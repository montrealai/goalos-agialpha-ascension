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$AGIALPHA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Automate $AGIALPHA as the proof-settlement fuel of GoalOS - safely, evidence-first, and human-gated where value is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Goal -&gt; budget -&gt; bounded job -&gt; proof -&gt; validation -&gt; settlement-readiness -&gt; Chronicle.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Not token hype. A utility coordination layer for verified machine labor.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Simulation first, Sepolia rehearsal second, Mainnet human-gated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The one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Use $AGIALPHA only where proof changes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No ProofBundle -&gt; no settlement.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eval -&gt; no propagation.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rollback -&gt; no release.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Evidence Docket -&gt; no strong claim.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human gate -&gt; no Mainnet value movement.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The operating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566160" cy="914400"/>
          </a:xfrm>
          <a:prstGeom prst="round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Request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Bounded mission + success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65960"/>
            <a:ext cx="3566160" cy="914400"/>
          </a:xfrm>
          <a:prstGeom prst="roundRect">
            <a:avLst/>
          </a:prstGeom>
          <a:solidFill>
            <a:srgbClr val="7C3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Escrow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AGIALPHA budget + reviewer reserve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65960"/>
            <a:ext cx="3566160" cy="914400"/>
          </a:xfrm>
          <a:prstGeom prst="roundRect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Execute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Agents/builders act off-chain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356616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Proof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ProofBundle + Evidence Docket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200400"/>
            <a:ext cx="356616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Validate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Reviewer attestation +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200400"/>
            <a:ext cx="356616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Settle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Readiness gate + reputation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Autopilot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566160" cy="914400"/>
          </a:xfrm>
          <a:prstGeom prst="round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MissionRouter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Goal to proof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65960"/>
            <a:ext cx="3566160" cy="914400"/>
          </a:xfrm>
          <a:prstGeom prst="roundRect">
            <a:avLst/>
          </a:prstGeom>
          <a:solidFill>
            <a:srgbClr val="7C3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Budgeter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Risk-tier AGIALPHA quote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65960"/>
            <a:ext cx="3566160" cy="914400"/>
          </a:xfrm>
          <a:prstGeom prst="roundRect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075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ProofBuilder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ProofBundle + docket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356616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ValidatorDesk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Reviewer packet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200400"/>
            <a:ext cx="356616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AlphaWUMeter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Verified work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200400"/>
            <a:ext cx="356616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1012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TreasuryRouter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Reinvest future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Automation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L0 Simulation: no token movement; best starting point.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L1 Local: local rehearsal with mock/test balances.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L2 Sepolia: testnet proof-settlement rehearsal.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L3 Mainnet read-only: quotes and packets only.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L4 Mainnet human-gated: capped pilots after audit/review.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L5/L6: future only after evidence, audits, and robust disputes.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First three 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Proof Card 010-A: Cyber-Sovereign Evidence Docket.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Proof Card 012-A: AI-Startup Venture Grid / revenue-proof docket.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Personal Money Sprint: consumer proof dockets for regular people.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Together: technical proof + commercial proof + consumer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GitHub Actions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Actions may prepare, verify, package, and publish evidence.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Actions may run simulation and Sepolia rehearsal with protected environment approval.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Actions must not broadcast Ethereum Mainnet transactions.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Mainnet value movement remains local, human-gated, and evidence-dependent.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The evidence graph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Every mission produces dockets, reviewer packets, alpha-WU scores, settlement records, and Chronicle entries.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The cumulative asset is the evidence graph of what worked, who proved it, and what should fund the next mission.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 webpage can be copied. A long-running evidence graph cannot be retroactively fabricated.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30-day 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Week 1: install code kit and run 010-A simulation.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Week 2: run 012-A and Personal Money Sprint simulations.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Week 3: recruit reviewers and run external review packets.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Week 4: run Sepolia rehearsal and publish public-safe evidence index.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GoalOS-native alpha-AGI Ascension | $AGIALPHA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020"/>
                </a:solidFill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The best AGIALPHA automation is boring, explicit, hard to misuse, and easy to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Make $AGIALPHA the utility bloodstream of verified machine labor.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Let proof, not token motion, decide what evolves.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Start with simulation. Earn Sepolia. Gate Mainnet. Compound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